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Relationship Id="rId5" Type="http://schemas.openxmlformats.org/officeDocument/2006/relationships/slide" Target="slides/slide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A8DF3-EAD8-4875-84A8-87B362E3F1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3798AE-E325-4D52-A67C-EE7CBD346E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880000"/>
            <a:ext cx="792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108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880000"/>
            <a:ext cx="792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